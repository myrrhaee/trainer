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53df42be043c4" /><Relationship Type="http://schemas.openxmlformats.org/officeDocument/2006/relationships/extended-properties" Target="/docProps/app.xml" Id="R5b16664d5ebc4afc" /><Relationship Type="http://schemas.openxmlformats.org/officeDocument/2006/relationships/officeDocument" Target="/ppt/presentation.xml" Id="R8cf4d5b1c1974e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059eedb4c48a5"/>
  </p:sldMasterIdLst>
  <p:notesMasterIdLst>
    <p:notesMasterId xmlns:r="http://schemas.openxmlformats.org/officeDocument/2006/relationships" r:id="R03a9ba12a27444b8"/>
  </p:notesMasterIdLst>
  <p:sldIdLst>
    <p:sldId xmlns:r="http://schemas.openxmlformats.org/officeDocument/2006/relationships" id="256" r:id="R7af53fb83d554cbf"/>
    <p:sldId xmlns:r="http://schemas.openxmlformats.org/officeDocument/2006/relationships" id="257" r:id="R65650a91befe4a23"/>
    <p:sldId xmlns:r="http://schemas.openxmlformats.org/officeDocument/2006/relationships" id="258" r:id="Rd6109c6863be4c3a"/>
    <p:sldId xmlns:r="http://schemas.openxmlformats.org/officeDocument/2006/relationships" id="259" r:id="R65b25760b940493d"/>
    <p:sldId xmlns:r="http://schemas.openxmlformats.org/officeDocument/2006/relationships" id="260" r:id="Rcb6aa83a0b244c97"/>
    <p:sldId xmlns:r="http://schemas.openxmlformats.org/officeDocument/2006/relationships" id="261" r:id="R93dec486bcec4aae"/>
    <p:sldId xmlns:r="http://schemas.openxmlformats.org/officeDocument/2006/relationships" id="262" r:id="R42f96f11497b4653"/>
    <p:sldId xmlns:r="http://schemas.openxmlformats.org/officeDocument/2006/relationships" id="263" r:id="R196a3473017f4b49"/>
    <p:sldId xmlns:r="http://schemas.openxmlformats.org/officeDocument/2006/relationships" id="264" r:id="Rd0b523ad4df34b8e"/>
    <p:sldId xmlns:r="http://schemas.openxmlformats.org/officeDocument/2006/relationships" id="265" r:id="R3ae9f29cb9464a77"/>
    <p:sldId xmlns:r="http://schemas.openxmlformats.org/officeDocument/2006/relationships" id="266" r:id="R9acc49fcf4bc4f00"/>
    <p:sldId xmlns:r="http://schemas.openxmlformats.org/officeDocument/2006/relationships" id="267" r:id="Rb2adada48e444b3c"/>
    <p:sldId xmlns:r="http://schemas.openxmlformats.org/officeDocument/2006/relationships" id="268" r:id="R38a96b2886a6438d"/>
    <p:sldId xmlns:r="http://schemas.openxmlformats.org/officeDocument/2006/relationships" id="269" r:id="R0d752e4372694e0e"/>
    <p:sldId xmlns:r="http://schemas.openxmlformats.org/officeDocument/2006/relationships" id="270" r:id="Rb99b6c0ce3f84085"/>
    <p:sldId xmlns:r="http://schemas.openxmlformats.org/officeDocument/2006/relationships" id="271" r:id="Rb18a9ab47ff5404f"/>
    <p:sldId xmlns:r="http://schemas.openxmlformats.org/officeDocument/2006/relationships" id="272" r:id="R7fce2c3bcc1d4f0c"/>
    <p:sldId xmlns:r="http://schemas.openxmlformats.org/officeDocument/2006/relationships" id="273" r:id="R861de2bfe0014dc6"/>
    <p:sldId xmlns:r="http://schemas.openxmlformats.org/officeDocument/2006/relationships" id="274" r:id="R53e3569a0ed848cd"/>
    <p:sldId xmlns:r="http://schemas.openxmlformats.org/officeDocument/2006/relationships" id="275" r:id="R9e80309c736c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03b8c741324558" /><Relationship Type="http://schemas.openxmlformats.org/officeDocument/2006/relationships/slideMaster" Target="/ppt/slideMasters/slideMaster1.xml" Id="R9af059eedb4c48a5" /><Relationship Type="http://schemas.openxmlformats.org/officeDocument/2006/relationships/notesMaster" Target="/ppt/notesMasters/notesMaster1.xml" Id="R03a9ba12a27444b8" /><Relationship Type="http://schemas.openxmlformats.org/officeDocument/2006/relationships/presProps" Target="/ppt/presProps.xml" Id="R97bacb82a4df4da2" /><Relationship Type="http://schemas.openxmlformats.org/officeDocument/2006/relationships/tableStyles" Target="/ppt/tableStyles.xml" Id="R4b42d87db3cf4852" /><Relationship Type="http://schemas.openxmlformats.org/officeDocument/2006/relationships/slide" Target="/ppt/slides/slide1.xml" Id="R7af53fb83d554cbf" /><Relationship Type="http://schemas.openxmlformats.org/officeDocument/2006/relationships/slide" Target="/ppt/slides/slide2.xml" Id="R65650a91befe4a23" /><Relationship Type="http://schemas.openxmlformats.org/officeDocument/2006/relationships/slide" Target="/ppt/slides/slide3.xml" Id="Rd6109c6863be4c3a" /><Relationship Type="http://schemas.openxmlformats.org/officeDocument/2006/relationships/slide" Target="/ppt/slides/slide4.xml" Id="R65b25760b940493d" /><Relationship Type="http://schemas.openxmlformats.org/officeDocument/2006/relationships/slide" Target="/ppt/slides/slide5.xml" Id="Rcb6aa83a0b244c97" /><Relationship Type="http://schemas.openxmlformats.org/officeDocument/2006/relationships/slide" Target="/ppt/slides/slide6.xml" Id="R93dec486bcec4aae" /><Relationship Type="http://schemas.openxmlformats.org/officeDocument/2006/relationships/slide" Target="/ppt/slides/slide7.xml" Id="R42f96f11497b4653" /><Relationship Type="http://schemas.openxmlformats.org/officeDocument/2006/relationships/slide" Target="/ppt/slides/slide8.xml" Id="R196a3473017f4b49" /><Relationship Type="http://schemas.openxmlformats.org/officeDocument/2006/relationships/slide" Target="/ppt/slides/slide9.xml" Id="Rd0b523ad4df34b8e" /><Relationship Type="http://schemas.openxmlformats.org/officeDocument/2006/relationships/slide" Target="/ppt/slides/slide10.xml" Id="R3ae9f29cb9464a77" /><Relationship Type="http://schemas.openxmlformats.org/officeDocument/2006/relationships/slide" Target="/ppt/slides/slide11.xml" Id="R9acc49fcf4bc4f00" /><Relationship Type="http://schemas.openxmlformats.org/officeDocument/2006/relationships/slide" Target="/ppt/slides/slide12.xml" Id="Rb2adada48e444b3c" /><Relationship Type="http://schemas.openxmlformats.org/officeDocument/2006/relationships/slide" Target="/ppt/slides/slide13.xml" Id="R38a96b2886a6438d" /><Relationship Type="http://schemas.openxmlformats.org/officeDocument/2006/relationships/slide" Target="/ppt/slides/slide14.xml" Id="R0d752e4372694e0e" /><Relationship Type="http://schemas.openxmlformats.org/officeDocument/2006/relationships/slide" Target="/ppt/slides/slide15.xml" Id="Rb99b6c0ce3f84085" /><Relationship Type="http://schemas.openxmlformats.org/officeDocument/2006/relationships/slide" Target="/ppt/slides/slide16.xml" Id="Rb18a9ab47ff5404f" /><Relationship Type="http://schemas.openxmlformats.org/officeDocument/2006/relationships/slide" Target="/ppt/slides/slide17.xml" Id="R7fce2c3bcc1d4f0c" /><Relationship Type="http://schemas.openxmlformats.org/officeDocument/2006/relationships/slide" Target="/ppt/slides/slide18.xml" Id="R861de2bfe0014dc6" /><Relationship Type="http://schemas.openxmlformats.org/officeDocument/2006/relationships/slide" Target="/ppt/slides/slide19.xml" Id="R53e3569a0ed848cd" /><Relationship Type="http://schemas.openxmlformats.org/officeDocument/2006/relationships/slide" Target="/ppt/slides/slide20.xml" Id="R9e80309c736c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be866e43c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41bc78ee9c409c" /><Relationship Type="http://schemas.openxmlformats.org/officeDocument/2006/relationships/notesMaster" Target="/ppt/notesMasters/notesMaster1.xml" Id="R0a4df2f332b546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2cdfedf2b740c6" /><Relationship Type="http://schemas.openxmlformats.org/officeDocument/2006/relationships/notesMaster" Target="/ppt/notesMasters/notesMaster1.xml" Id="R94e368a969fa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327ad203a74844" /><Relationship Type="http://schemas.openxmlformats.org/officeDocument/2006/relationships/notesMaster" Target="/ppt/notesMasters/notesMaster1.xml" Id="Rd3671bc1ece9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4c77e81b74ba6" /><Relationship Type="http://schemas.openxmlformats.org/officeDocument/2006/relationships/notesMaster" Target="/ppt/notesMasters/notesMaster1.xml" Id="R576004030c61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fb9077f1734e9b" /><Relationship Type="http://schemas.openxmlformats.org/officeDocument/2006/relationships/notesMaster" Target="/ppt/notesMasters/notesMaster1.xml" Id="Red49c0fa305049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b6e64e39fc48e5" /><Relationship Type="http://schemas.openxmlformats.org/officeDocument/2006/relationships/notesMaster" Target="/ppt/notesMasters/notesMaster1.xml" Id="R0a2cc38191354f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4bb92aa0b04b66" /><Relationship Type="http://schemas.openxmlformats.org/officeDocument/2006/relationships/notesMaster" Target="/ppt/notesMasters/notesMaster1.xml" Id="R6d68342cbb6b4c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43a272835f4453" /><Relationship Type="http://schemas.openxmlformats.org/officeDocument/2006/relationships/notesMaster" Target="/ppt/notesMasters/notesMaster1.xml" Id="Rf0cd80c788cd4b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fa55a68eff49d1" /><Relationship Type="http://schemas.openxmlformats.org/officeDocument/2006/relationships/notesMaster" Target="/ppt/notesMasters/notesMaster1.xml" Id="Rb6f1fd8d921849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95480f584947b3" /><Relationship Type="http://schemas.openxmlformats.org/officeDocument/2006/relationships/notesMaster" Target="/ppt/notesMasters/notesMaster1.xml" Id="R3ee0e9b227644e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bc9efc6cf64bfe" /><Relationship Type="http://schemas.openxmlformats.org/officeDocument/2006/relationships/notesMaster" Target="/ppt/notesMasters/notesMaster1.xml" Id="R8e135bb0665e4c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d27193b6d74481" /><Relationship Type="http://schemas.openxmlformats.org/officeDocument/2006/relationships/notesMaster" Target="/ppt/notesMasters/notesMaster1.xml" Id="R95cb3df086d84a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c5910a16e44e74" /><Relationship Type="http://schemas.openxmlformats.org/officeDocument/2006/relationships/notesMaster" Target="/ppt/notesMasters/notesMaster1.xml" Id="Rf2b212f53d0c47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dec5d67b9a418c" /><Relationship Type="http://schemas.openxmlformats.org/officeDocument/2006/relationships/notesMaster" Target="/ppt/notesMasters/notesMaster1.xml" Id="R4e92cf1e3f1648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365e68399d4968" /><Relationship Type="http://schemas.openxmlformats.org/officeDocument/2006/relationships/notesMaster" Target="/ppt/notesMasters/notesMaster1.xml" Id="Ra369fd3c1e3941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7d8f73ccc749d9" /><Relationship Type="http://schemas.openxmlformats.org/officeDocument/2006/relationships/notesMaster" Target="/ppt/notesMasters/notesMaster1.xml" Id="R0cab7d4dc5804a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535ac3b9b04075" /><Relationship Type="http://schemas.openxmlformats.org/officeDocument/2006/relationships/notesMaster" Target="/ppt/notesMasters/notesMaster1.xml" Id="Reb1d95d7f82f47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949e40fd784f3b" /><Relationship Type="http://schemas.openxmlformats.org/officeDocument/2006/relationships/notesMaster" Target="/ppt/notesMasters/notesMaster1.xml" Id="R947d2e15d00545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9f9022b2e646db" /><Relationship Type="http://schemas.openxmlformats.org/officeDocument/2006/relationships/notesMaster" Target="/ppt/notesMasters/notesMaster1.xml" Id="R8cd365ed271c41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a708d9b8fa4eaa" /><Relationship Type="http://schemas.openxmlformats.org/officeDocument/2006/relationships/notesMaster" Target="/ppt/notesMasters/notesMaster1.xml" Id="Reb156efdc72e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ee372a5744f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ecd7d6af64ec8" /><Relationship Type="http://schemas.openxmlformats.org/officeDocument/2006/relationships/slideLayout" Target="/ppt/slideLayouts/slideLayout1.xml" Id="Rf4a5591e0288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a5591e0288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f9934f5ff49d7" /><Relationship Type="http://schemas.openxmlformats.org/officeDocument/2006/relationships/notesSlide" Target="/ppt/notesSlides/notesSlide1.xml" Id="R892dc747191c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0092616ed4f31" /><Relationship Type="http://schemas.openxmlformats.org/officeDocument/2006/relationships/notesSlide" Target="/ppt/notesSlides/notesSlide2.xml" Id="Rc148aa15987b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e27c2ed6949b0" /><Relationship Type="http://schemas.openxmlformats.org/officeDocument/2006/relationships/notesSlide" Target="/ppt/notesSlides/notesSlide3.xml" Id="R9b69f63b232c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526a1361461f" /><Relationship Type="http://schemas.openxmlformats.org/officeDocument/2006/relationships/notesSlide" Target="/ppt/notesSlides/notesSlide4.xml" Id="R78645c959fa344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030df66424d33" /><Relationship Type="http://schemas.openxmlformats.org/officeDocument/2006/relationships/notesSlide" Target="/ppt/notesSlides/notesSlide5.xml" Id="R263fe706436e4b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f031beea74565" /><Relationship Type="http://schemas.openxmlformats.org/officeDocument/2006/relationships/image" Target="/ppt/media/image.jpeg" Id="R62b5f831386f40e9" /><Relationship Type="http://schemas.openxmlformats.org/officeDocument/2006/relationships/notesSlide" Target="/ppt/notesSlides/notesSlide6.xml" Id="Rd0181bdf65ae4d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3bbfd7d3f4173" /><Relationship Type="http://schemas.openxmlformats.org/officeDocument/2006/relationships/image" Target="/ppt/media/image2.jpeg" Id="Ra00927c9ddb94695" /><Relationship Type="http://schemas.openxmlformats.org/officeDocument/2006/relationships/image" Target="/ppt/media/image3.jpeg" Id="R9d194ba3d2ce4728" /><Relationship Type="http://schemas.openxmlformats.org/officeDocument/2006/relationships/notesSlide" Target="/ppt/notesSlides/notesSlide7.xml" Id="Rf36fc251376d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1db4724924eb2" /><Relationship Type="http://schemas.openxmlformats.org/officeDocument/2006/relationships/image" Target="/ppt/media/image4.jpeg" Id="R567e7b6dc60d49bd" /><Relationship Type="http://schemas.openxmlformats.org/officeDocument/2006/relationships/notesSlide" Target="/ppt/notesSlides/notesSlide8.xml" Id="Rf5ae33318a7e46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82ea266b3448e" /><Relationship Type="http://schemas.openxmlformats.org/officeDocument/2006/relationships/image" Target="/ppt/media/image5.jpeg" Id="R434e02df72264873" /><Relationship Type="http://schemas.openxmlformats.org/officeDocument/2006/relationships/image" Target="/ppt/media/image6.jpeg" Id="Rc8a74e6e0a334bd2" /><Relationship Type="http://schemas.openxmlformats.org/officeDocument/2006/relationships/notesSlide" Target="/ppt/notesSlides/notesSlide9.xml" Id="Rc909661ddd93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23d1f41644139" /><Relationship Type="http://schemas.openxmlformats.org/officeDocument/2006/relationships/image" Target="/ppt/media/image7.jpeg" Id="R2edafa3a44614f05" /><Relationship Type="http://schemas.openxmlformats.org/officeDocument/2006/relationships/notesSlide" Target="/ppt/notesSlides/notesSlide10.xml" Id="R2fbf01ea5f2f4a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9aa024dab497f" /><Relationship Type="http://schemas.openxmlformats.org/officeDocument/2006/relationships/image" Target="/ppt/media/image8.jpeg" Id="R862e1c9571a14aa2" /><Relationship Type="http://schemas.openxmlformats.org/officeDocument/2006/relationships/image" Target="/ppt/media/image9.jpeg" Id="Rfae85d1d6a03485c" /><Relationship Type="http://schemas.openxmlformats.org/officeDocument/2006/relationships/notesSlide" Target="/ppt/notesSlides/notesSlide11.xml" Id="R85317a0ecf7249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9726683a6457d" /><Relationship Type="http://schemas.openxmlformats.org/officeDocument/2006/relationships/notesSlide" Target="/ppt/notesSlides/notesSlide12.xml" Id="R789d0f00690e42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c6cd0593246cb" /><Relationship Type="http://schemas.openxmlformats.org/officeDocument/2006/relationships/notesSlide" Target="/ppt/notesSlides/notesSlide13.xml" Id="R548f9e430ce24a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387c025eb47dd" /><Relationship Type="http://schemas.openxmlformats.org/officeDocument/2006/relationships/image" Target="/ppt/media/image10.jpeg" Id="Rbd9bf90746a64850" /><Relationship Type="http://schemas.openxmlformats.org/officeDocument/2006/relationships/image" Target="/ppt/media/image11.jpeg" Id="Rcffc0c7d07544c04" /><Relationship Type="http://schemas.openxmlformats.org/officeDocument/2006/relationships/notesSlide" Target="/ppt/notesSlides/notesSlide14.xml" Id="R8c9584e51da14c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f262ee78d400d" /><Relationship Type="http://schemas.openxmlformats.org/officeDocument/2006/relationships/image" Target="/ppt/media/image12.jpeg" Id="R8f78a1820dbd47fc" /><Relationship Type="http://schemas.openxmlformats.org/officeDocument/2006/relationships/image" Target="/ppt/media/image13.jpeg" Id="R0bacaa3fbe6a46c4" /><Relationship Type="http://schemas.openxmlformats.org/officeDocument/2006/relationships/image" Target="/ppt/media/image14.jpeg" Id="R3da556eac65c4816" /><Relationship Type="http://schemas.openxmlformats.org/officeDocument/2006/relationships/notesSlide" Target="/ppt/notesSlides/notesSlide15.xml" Id="Rd389bc6dc9f241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7018236864c9c" /><Relationship Type="http://schemas.openxmlformats.org/officeDocument/2006/relationships/image" Target="/ppt/media/image15.jpeg" Id="R16b0a3bee7be460e" /><Relationship Type="http://schemas.openxmlformats.org/officeDocument/2006/relationships/image" Target="/ppt/media/image16.jpeg" Id="R66cdbfa2957f47ab" /><Relationship Type="http://schemas.openxmlformats.org/officeDocument/2006/relationships/notesSlide" Target="/ppt/notesSlides/notesSlide16.xml" Id="R5c03ecb9fb634c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0587edd7146e5" /><Relationship Type="http://schemas.openxmlformats.org/officeDocument/2006/relationships/notesSlide" Target="/ppt/notesSlides/notesSlide17.xml" Id="Rc39b64c191e847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3d894cf86471a" /><Relationship Type="http://schemas.openxmlformats.org/officeDocument/2006/relationships/notesSlide" Target="/ppt/notesSlides/notesSlide18.xml" Id="Rd5a5940f249c4c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914a42d944186" /><Relationship Type="http://schemas.openxmlformats.org/officeDocument/2006/relationships/notesSlide" Target="/ppt/notesSlides/notesSlide19.xml" Id="R1ac9c0ef6d494c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6ab69d2e142da" /><Relationship Type="http://schemas.openxmlformats.org/officeDocument/2006/relationships/notesSlide" Target="/ppt/notesSlides/notesSlide20.xml" Id="Rb8cd08f66fbb40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568D2-FE88-4764-988C-FDD063F0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AI STRENGTH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FBCB7-9CE2-4BD3-8C5F-56BEBC2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810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UX-аудит основных сценариев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F580D-83C6-430B-BB14-C1586958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Тренер · Клиент · Сквозной feedback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E3019-20EC-4B37-BCE8-541C96D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Evidence-based проход · release/external-trainer-pilot-v1 · 01.08.2026</a:t>
            </a:r>
          </a:p>
        </p:txBody>
      </p:sp>
    </p:spTree>
    <p:extLst>
      <p:ext uri="{BB962C8B-B14F-4D97-AF65-F5344CB8AC3E}">
        <p14:creationId xmlns:p14="http://schemas.microsoft.com/office/powerpoint/2010/main" val="1353148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99412-A4A7-4E46-A6E5-92FADF2E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AI STRENGTH COACH · UX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1C89C-4745-4E1C-9ACC-B430587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13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Итог: продукт уже демонстрирует ценность, но сквозной цикл ещё хрупкий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5A01F-F6CA-4966-A779-CCBABE91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41BC7-EE49-4A04-809F-66DFE577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Сильная часть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E182E-2CBA-40A3-93E4-6D4E2A6E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Тренер быстро понимает, кому требуется внимание, видит контекст выполнения и может выдать следующее назначение.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39916-E173-4A5D-BCA3-B565FCC7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Главный риск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94516-1D60-4886-969B-657D9DD3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Результат клиента хранится только в runtime. Полный переход client → trainer или reload восстанавливает fixture и разрушает feedback loop.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3905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AA61C-C682-4285-A303-4087984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89732-7F9D-4937-9DC0-EB23ABD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24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P0 blockers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6418F-440A-4F76-824C-0F4AF398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10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A6DBD-5662-4233-87F8-4AB1DFF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24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P1 барьеров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47CAD-A8B6-4124-A6A2-A15EC46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C8A11-814B-400B-9CD2-6D0552F0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4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evidence-кадров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2BC31-3A8D-4028-9C02-1C9F455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Проверено в production build на localhost:3100; данные demo-backed, remote writes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1284377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6F743-862B-4848-8FFC-2A944624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AI STRENGTH COACH · UX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4746F-D280-422C-AF0A-EF68A29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Как проводился аудит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74D24-2CD7-4ACD-A5FF-ABE3B7F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2571750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D100B-BD1B-413B-8538-36420E6D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3A9DA-9899-4149-8E2E-8063315F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Fixtures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ECD51-5504-4B7C-83E2-D9083B6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Review required, discomfort, needs assignment, no template, calm team.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876800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0F886-C718-4A93-BD92-FF70A45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955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A423B-60F9-42D3-A2BF-FC68601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52941-110E-4B82-A7D8-8A86C8F7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4800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Отдельный проход как тренер и как клиент на mobile viewport.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7181850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05595-8EAA-4183-91A2-25BEB66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FC4DE-604C-4B91-8906-F79BBF5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3049A-654F-41CE-AACD-AF9FB6E1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Реальные клики, ввод данных, ошибки, retry, builder round-trip.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9486900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ED824-4524-4CE6-A7BE-49C80678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0DD7A-8686-4CC2-972C-D3408C63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8AE69-CB4E-4780-985B-B5E4DA33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Скриншоты, два скринкаста, DOM-состояния и ссылки на код.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A44C1-A37D-408C-AE97-A40CCCDA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DCB3B-98D1-4BF5-BC39-B641551B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Оценка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66940-3D8B-4780-87DA-E220B637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Барьер задачи, доверие, ясность, визуальная плотность, целостность данных.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B8385-C5BD-4267-AE74-1E11D2F9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Не проверялось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87846-155A-4886-A034-1BC8242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Реальная авторизация, Supabase persistence, push/email-уведомления, платежи и cross-device поведение.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6181E-A131-4734-9CEF-58C6749B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Сценарии зафиксированы на ветке release/external-trainer-pilot-v1, commit 6b1564e.</a:t>
            </a:r>
          </a:p>
        </p:txBody>
      </p:sp>
    </p:spTree>
    <p:extLst>
      <p:ext uri="{BB962C8B-B14F-4D97-AF65-F5344CB8AC3E}">
        <p14:creationId xmlns:p14="http://schemas.microsoft.com/office/powerpoint/2010/main" val="419634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D740A-FFC8-4288-94B0-B4CCED07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AI STRENGTH COACH · UX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D1B2F-2EE8-49A1-B8AB-ECC7B6F3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Целевой сквозной цикл: одна тренировка — одна общая правда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A205E-19BC-4AD0-AC50-7CC56B5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2187575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9B214-65FA-49FD-B7AE-5730859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3ED62-E9CB-45E1-BC3F-410513F6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Назначить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3EEF8-3CB3-480A-BA7E-651C3CE3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Тренер выбирает шаблон и дату.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108450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0B350-73E6-4EC5-A6D1-7A83C9A0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2095500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1AF8F-0BFE-47D1-9B8B-C30D8DB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2438400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Выполнить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C6852-0752-4FF4-A777-FD391A9C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3048000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Клиент сохраняет фактические подходы.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6029325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67CB-7B08-461A-8CF3-64F6BE7E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95500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8D57B-F649-41C4-AE21-68FA26E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38400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Завершить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830F1-9251-457D-9C5C-4B7466D0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48000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Комментарий и discomfort становятся фактами.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7950200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A7EBF-2B96-4532-B0A4-5FD20E9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F79EF-4370-41EE-82BD-E9C1662C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400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Разобрать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1B773-4BE8-4F26-A7A1-9DFF99B7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48000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Trainer получает AttentionItem по точной session.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9871075" y="24765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215D2-5437-4F72-B734-84072923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095500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D885-3EB7-49F6-A60A-3737BDB8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438400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Ответить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44229-1C7F-4ED6-88CA-3B8C392B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048000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Feedback виден клиенту и закрывает задачу.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44749-DF63-4626-A111-E915CBE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2095500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96866-AE8D-4331-9E7F-FE31550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2438400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Продолжить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B7361-A7F8-465F-A042-37C163B9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3048000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Следующее назначение сохраняет контекст.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78D14-9DF7-4468-B69F-329D74EB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Фактически сейчас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B09B3-560D-4266-BD53-F68254E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Шаги работают внутри одной React runtime-сессии. Полная навигация или reload обрывают связь между завершением клиента и очередью тренера.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5D545-15E1-446F-A092-9A31F8E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Код: components/trainer-os/demo-runtime/trainer-demo-runtime.tsx:136–143; demo-research-boundary.tsx:102.</a:t>
            </a:r>
          </a:p>
        </p:txBody>
      </p:sp>
    </p:spTree>
    <p:extLst>
      <p:ext uri="{BB962C8B-B14F-4D97-AF65-F5344CB8AC3E}">
        <p14:creationId xmlns:p14="http://schemas.microsoft.com/office/powerpoint/2010/main" val="717652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DC9B3-487F-45B2-BB5C-FCF819B1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4558D-4AE7-4FF3-8398-19000F02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Trainer flow: от очереди к решению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38DC6-6F7A-4614-A0B5-4DF1D329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2571750" y="2619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EF583-5FB5-435B-8D57-574D6983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4B750-78B3-4906-9371-8E597B9D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92ADF-EFDB-484E-B3F4-3EB68DD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Найти клиента, который требует решения.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876800" y="2619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D50D1-588F-4DCC-99D8-A20C139E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38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64973-15B8-4D66-9D10-A61DAF0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812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0AE7B-783B-4528-B5EB-189C31C5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90875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Сверить план и факт, прочитать комментарий.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181850" y="2619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928E3-28A4-4517-831D-04862C0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358BD-A7D3-4B67-A2CE-CEC3B9B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812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8B915-92E6-4DEE-ADF9-D27DA16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90875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Создать ответ, сохранить, закрыть задачу.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9486900" y="2619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F9AD3-D267-4BFA-848A-F9687728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38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08544-E916-4840-ACB9-4AD371A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812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Quick Assign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59F29-F043-4540-B324-0AA28066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Назначить следующую тренировку.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1CDC3-2AE8-4A78-A236-63261D49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63A17-CD14-4674-8449-5BE25801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812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Builder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2F9C5-E4F3-4DC5-B533-96503BAA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90875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Если шаблона нет — создать и вернуться.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50B50-8931-4F84-B7D0-16D6BDC8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Результат прохода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16E66-8609-4F10-8AFE-CF303D5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Все пять сценариев достижимы; основные барьеры возникают не в навигации, а в плотности, терминологии и доверии к сохранению.</a:t>
            </a:r>
          </a:p>
        </p:txBody>
      </p:sp>
    </p:spTree>
    <p:extLst>
      <p:ext uri="{BB962C8B-B14F-4D97-AF65-F5344CB8AC3E}">
        <p14:creationId xmlns:p14="http://schemas.microsoft.com/office/powerpoint/2010/main" val="260624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ED1F3-4B19-4A17-9168-701593E3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3FB83-E524-4D09-9908-29CBCB7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Dashboard хорошо приоритизирует работу, но местами говорит языком системы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07A24-91C0-435E-93CF-81CA785E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9FFA9-3392-45F7-90DE-964D7E6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Что работает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AAA7D-3095-4082-B4C9-E67E610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A643F-573B-471E-99EB-DA43F7A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427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Очередь понятна без обучения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ED5B9-1DBA-413D-A0B8-D434822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0D3EF-6BD7-4EB1-8C76-6DA39B8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427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Карта и журнал действий связаны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6E960-66BE-4259-9406-5E2421B0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F45A-1DB7-44B2-A3BE-C436CE1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427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Calm state не создаёт искусственной тревоги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F0B64-D671-4567-A7DB-489A1C1B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Барьеры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7BC15-D09C-457E-BBD0-338E2FB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91836-BBEF-436D-9A82-AAEB53B8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Грамматика: «1 клиент требуют решения»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4AFE8-DF8C-4C52-8A32-32862B9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36B18-F881-464F-9321-4187E15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Цвет и инициалы карты требуют легенды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18312-B7C7-40C1-9A3D-3504F1B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8079C-AEDB-4D9F-B0D7-3B3B54C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Модераторская панель перекрывает нижние действия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8A36A-B67A-4A8F-8814-8AD6CEA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5857875" cy="4352925"/>
          </a:xfrm>
          <a:prstGeom xmlns:a="http://schemas.openxmlformats.org/drawingml/2006/main" prst="roundRect">
            <a:avLst>
              <a:gd name="adj" fmla="val 175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5f831386f40e9"/>
          <a:stretch xmlns:a="http://schemas.openxmlformats.org/drawingml/2006/main"/>
        </p:blipFill>
        <p:spPr>
          <a:xfrm xmlns:a="http://schemas.openxmlformats.org/drawingml/2006/main">
            <a:off x="5953125" y="1711193"/>
            <a:ext cx="5838825" cy="4054740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10DD6-EAE9-4492-BCE6-1766681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Evidence: T01, T18, T19. Точный источник грамматики требует отдельного rg по assembled view.</a:t>
            </a:r>
          </a:p>
        </p:txBody>
      </p:sp>
    </p:spTree>
    <p:extLst>
      <p:ext uri="{BB962C8B-B14F-4D97-AF65-F5344CB8AC3E}">
        <p14:creationId xmlns:p14="http://schemas.microsoft.com/office/powerpoint/2010/main" val="1773681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78F21-2C64-4DF2-AF6E-352BE62A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2D0EB-5815-40CA-946B-204AD5E3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12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Workout Review содержит нужные факты, но перегружает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7AFEB-3D31-437F-B87B-B86068E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DDF34-100B-4407-BF3D-64A06E1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95425"/>
            <a:ext cx="54483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27c9ddb94695"/>
          <a:stretch xmlns:a="http://schemas.openxmlformats.org/drawingml/2006/main"/>
        </p:blipFill>
        <p:spPr>
          <a:xfrm xmlns:a="http://schemas.openxmlformats.org/drawingml/2006/main">
            <a:off x="645795" y="1504950"/>
            <a:ext cx="493776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29163-1552-4FD9-BE86-E33EA1BA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495425"/>
            <a:ext cx="58293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94ba3d2ce4728"/>
          <a:stretch xmlns:a="http://schemas.openxmlformats.org/drawingml/2006/main"/>
        </p:blipFill>
        <p:spPr>
          <a:xfrm xmlns:a="http://schemas.openxmlformats.org/drawingml/2006/main">
            <a:off x="6417945" y="1504950"/>
            <a:ext cx="493776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D3965-001E-4A7F-A431-09533F8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Сильная сторона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C5E48-2103-4845-8669-0928DD0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Plan vs actual и исходный комментарий клиента помогают принять решение.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B2C77-5A9D-4B1C-B58B-69969B38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Риск доверия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ADCBD-0061-4709-B3F8-FD19ABE8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292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Первое сохранение намеренно падает. Для внешнего пилота это воспринимается как реальная потеря ответа.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DAAA3-8A5F-43BE-B127-82FB58AE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Код ошибки: components/trainer-os/workout-review/review-store.ts:115. Evidence: T02–T05.</a:t>
            </a:r>
          </a:p>
        </p:txBody>
      </p:sp>
    </p:spTree>
    <p:extLst>
      <p:ext uri="{BB962C8B-B14F-4D97-AF65-F5344CB8AC3E}">
        <p14:creationId xmlns:p14="http://schemas.microsoft.com/office/powerpoint/2010/main" val="1601497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C4A84-A9E5-4A3B-9E93-081D822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SAFETY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C2B29-F7B1-47CB-8A67-898D901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Discomfort-сценарий сохраняет голос 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AB8AB-C984-4DEE-8DF0-0196498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53EFA-9E06-4D70-8F51-76E87E4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Правильное поведение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DD3DA-D001-4851-984F-6FC5B8A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C4545-BD44-4649-B799-C3639FB3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70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Оригинальный комментарий не заменяется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6B239-41E5-4D76-B4DA-C74B140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7B572-5C1F-4431-B154-2795B428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470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Сигнал дискомфорта виден в контексте выполнения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2E7E3-8A82-4C74-AF8D-8019431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E018A-DFCE-4DFE-A88A-45E9F25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470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Ручной ответ остаётся основным действием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93AC8-394D-43DF-8E29-B0C2E796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Что мешает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F8195-5681-494C-9626-482F7ED8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95CFF-6C7C-488C-BDC1-00E24771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Нет явного safety-протокола или severity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8EEB5-EC39-4868-AB63-88B2F81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773B4-83E5-48ED-8DB8-94E728D3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AI-unavailable выглядит как ещё одна поломка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7B962-192B-4517-8999-EA2F416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B7C72-6E79-4F60-A3C8-5AE54F7B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Review остаётся длинным для срочного сигнала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EC372-72F0-4C37-836B-A769B3A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5857875" cy="4352925"/>
          </a:xfrm>
          <a:prstGeom xmlns:a="http://schemas.openxmlformats.org/drawingml/2006/main" prst="roundRect">
            <a:avLst>
              <a:gd name="adj" fmla="val 175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e7b6dc60d49bd"/>
          <a:stretch xmlns:a="http://schemas.openxmlformats.org/drawingml/2006/main"/>
        </p:blipFill>
        <p:spPr>
          <a:xfrm xmlns:a="http://schemas.openxmlformats.org/drawingml/2006/main">
            <a:off x="5953125" y="1711193"/>
            <a:ext cx="5838825" cy="4054740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39487-B0DD-47E8-BDE6-1E0B8E0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Evidence: T09–T10. Граница продукта: тренер видит факты, но не получает медицинских рекомендаций.</a:t>
            </a:r>
          </a:p>
        </p:txBody>
      </p:sp>
    </p:spTree>
    <p:extLst>
      <p:ext uri="{BB962C8B-B14F-4D97-AF65-F5344CB8AC3E}">
        <p14:creationId xmlns:p14="http://schemas.microsoft.com/office/powerpoint/2010/main" val="302595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C5E1A-447F-4587-917A-9722196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0E0C8-348B-409F-A990-20E6FD6A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8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Quick Assign закрывает задачу быстро, но смысл заметки неясен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C9C08-E053-41A1-BFE0-60A51E8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9AAF1-9907-4F32-A773-C648509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14475"/>
            <a:ext cx="544830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02df72264873"/>
          <a:stretch xmlns:a="http://schemas.openxmlformats.org/drawingml/2006/main"/>
        </p:blipFill>
        <p:spPr>
          <a:xfrm xmlns:a="http://schemas.openxmlformats.org/drawingml/2006/main">
            <a:off x="611505" y="1524000"/>
            <a:ext cx="5006340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B57F3-CBE7-473F-A82E-125A1F8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14475"/>
            <a:ext cx="582930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74e6e0a334bd2"/>
          <a:stretch xmlns:a="http://schemas.openxmlformats.org/drawingml/2006/main"/>
        </p:blipFill>
        <p:spPr>
          <a:xfrm xmlns:a="http://schemas.openxmlformats.org/drawingml/2006/main">
            <a:off x="6383655" y="1524000"/>
            <a:ext cx="5006340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A9400-4498-4370-B722-CEDEEE8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844A6-CD20-477C-B483-0CF1EE24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Private или visible?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FBBCB-7FBA-4C59-B119-C54C4778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Поле называется «Заметка тренера», а placeholder — «комментарий спортсмену». Нельзя понять, увидит ли его клиент.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069EF-57D7-46D8-B8C3-573F2C2A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387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7FA7C-283C-483D-B07D-1CA11BFF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Receipt слишком технический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1AF2B-7E89-4E19-8E00-EE1B2C6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388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rev 3 и snapshot полезны для отладки, но не для подтверждения пользовательского действия.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9F8F9-2068-4C09-BBDC-14FECA7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Код: components/trainer-os/quick-assign/quick-assign-drawer.tsx:702. Evidence: T06–T08.</a:t>
            </a:r>
          </a:p>
        </p:txBody>
      </p:sp>
    </p:spTree>
    <p:extLst>
      <p:ext uri="{BB962C8B-B14F-4D97-AF65-F5344CB8AC3E}">
        <p14:creationId xmlns:p14="http://schemas.microsoft.com/office/powerpoint/2010/main" val="1997329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EFF9B-F58C-45CE-AB96-A12619C6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F9CF6-8DA0-4B55-96D8-19D8F9E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No-template ветка функциональна, но Builder создаёт резкий скачок сложности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C9D89-4B0B-46CD-A210-E19097A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844F9-2E75-45E2-AD0C-1B09BBD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706755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afa3a44614f05"/>
          <a:stretch xmlns:a="http://schemas.openxmlformats.org/drawingml/2006/main"/>
        </p:blipFill>
        <p:spPr>
          <a:xfrm xmlns:a="http://schemas.openxmlformats.org/drawingml/2006/main">
            <a:off x="1112520" y="1476375"/>
            <a:ext cx="5623560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7F40E-31E2-48F2-BB08-9E9F2DE5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152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182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612B1-B96A-4624-AF5E-FD01EED6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кнопки «Добавить» в библиотеке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6BA8D-53A5-4871-B1DE-8818E52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46E86-8314-4F47-B883-4735F30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Плотный трёхколоночный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819BB-5413-4D5C-9340-E192C4CF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31CB4-1110-4389-A0EB-CD7FC85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Смешение English/Russian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D6C2D-B791-4879-B1DE-D6D8185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4BB7F-E1C7-428A-A521-4D9DD6F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Контекст спортсмена почти исчезает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0628A-4FB9-40E2-BADB-80580EC3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0109C-3651-4758-852F-FDBA7AA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Минимальный шаблон можно сразу publish + assign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814AD-A932-4D45-93CF-51DA5DE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Код: workout-template-builder-page.tsx:211; builder-editor.tsx:254. Evidence: T13–T17.</a:t>
            </a:r>
          </a:p>
        </p:txBody>
      </p:sp>
    </p:spTree>
    <p:extLst>
      <p:ext uri="{BB962C8B-B14F-4D97-AF65-F5344CB8AC3E}">
        <p14:creationId xmlns:p14="http://schemas.microsoft.com/office/powerpoint/2010/main" val="12188626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11514-3C4B-4332-A246-A7A7655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CALM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B9EB-1517-4C56-863C-AF9BDD64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43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Calm state доказывает, что dashboard умеет быть рабочим, а не тревожным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E9B69-31BD-43F0-A8D9-BFEFFC78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54B6D-A5F5-40C2-A142-CA6BA67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95425"/>
            <a:ext cx="54483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e1c9571a14aa2"/>
          <a:stretch xmlns:a="http://schemas.openxmlformats.org/drawingml/2006/main"/>
        </p:blipFill>
        <p:spPr>
          <a:xfrm xmlns:a="http://schemas.openxmlformats.org/drawingml/2006/main">
            <a:off x="440055" y="1504950"/>
            <a:ext cx="534924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CC9A1-9D37-47B5-9C19-8923DFE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495425"/>
            <a:ext cx="58293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85d1d6a03485c"/>
          <a:stretch xmlns:a="http://schemas.openxmlformats.org/drawingml/2006/main"/>
        </p:blipFill>
        <p:spPr>
          <a:xfrm xmlns:a="http://schemas.openxmlformats.org/drawingml/2006/main">
            <a:off x="6212205" y="1504950"/>
            <a:ext cx="534924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FB066-C0C2-4A04-9E34-355ADF5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Состояние команды читается спокойно; выбор спортсмена раскрывает детали по требованию. Это хороший базовый паттерн для ежедневной работы.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DC825-4235-473C-AB69-C0A452B3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Evidence: T18–T19. Сохранять как эталон информационной плотности для остальных dashboard states.</a:t>
            </a:r>
          </a:p>
        </p:txBody>
      </p:sp>
    </p:spTree>
    <p:extLst>
      <p:ext uri="{BB962C8B-B14F-4D97-AF65-F5344CB8AC3E}">
        <p14:creationId xmlns:p14="http://schemas.microsoft.com/office/powerpoint/2010/main" val="815006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23D6B-DBA1-417C-A996-E7143C8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ТРЕНЕР ·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0AB96-39F5-4BF9-B508-DF68C91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Приоритеты по тренерской части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83020-6093-4FC6-8B67-3E03873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133A6-1A53-4F59-91DC-A4BF0F0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 · Доверие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D3DE6-918F-483E-A38E-6DB9E027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Убрать обязательный first-save failure из внешнего pilot fixture.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355CB-F4C9-4D87-B726-9D46587C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 · Ясность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5F09A-48F5-4295-9C3D-06363CE3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Разделить private note и message to athlete на разные поля/labels.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F6287-47BC-4E6D-9BB6-C594116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 · Builder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42E5F-E7B0-4BFF-80B2-5985C959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Сократить библиотеку, вернуть client context, валидировать publish.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469A6-0475-4E13-B261-39F5E96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P2 · Язык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9CA76-DEC5-4636-A76F-97CF66D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Спрятать IDs, rev/snapshot и унифицировать терминологию.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B0905-49DD-4249-B6EB-D25C634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Не требуется перепридумывать IA: dashboard → review → assign уже прослеживается.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1946027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DCC58-B2EC-4D1C-944C-7B34A32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КЛИЕНТ · 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DA1EA-491A-49F0-BE68-5E8CEDD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0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Client flow: выполнить, сообщить, получить обратную связь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36376-98C7-41C9-83A6-E9BF63B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2187575" y="25241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8A8C8-15E8-4616-9987-3C6711D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D8D66-00FE-4A6E-9414-D26799C3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B1FF-5BF1-4E8B-8091-154712A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Увидеть одно следующее действие.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108450" y="25241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85DE9-BC91-42DA-B016-4A392628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2143125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80D4E-5741-4E29-8DAE-CE83848F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2486025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CC39A-6D60-4BE9-A260-E8701819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25" y="3095625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Понять структуру и начать.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29325" y="25241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6F631-AE9B-4C4B-9BD6-2246AEE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143125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52D1C-30AA-4022-A3F0-D48DFBCB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486025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F84BE-DF52-4FC9-9F87-66B33614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95625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Записать фактические подходы.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7950200" y="25241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3BEF-5CAB-407C-95C6-8B25B570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43125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4C856-3B76-4AF6-9F5B-2CEDC27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86025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7B195-6062-4CBA-9931-8A7B2E7A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95625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Добавить комментарий и discomfort.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9871075" y="25241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7C0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CE64D-7525-43AB-900A-19B5AFCD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143125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0576E-8897-49FC-AEB0-4CA88572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486025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Complete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B682A-3DD3-4C70-8D6E-55EF044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095625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Подтвердить неполный результат.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45A84-F307-4628-AF2B-A51B8C5F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2143125"/>
            <a:ext cx="178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E3A42-15E5-4017-A5E1-DFA191A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2486025"/>
            <a:ext cx="178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C5646-CC64-4424-9C18-5F8B5F5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3095625"/>
            <a:ext cx="1787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Получить ответ тренера в истории.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CE442-B10B-4596-A0AA-0446F6F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Достижимость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13EB4F-450E-4FEE-A5F2-EBFDD9BF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Шаги 1–5 выполнены на mobile. Шаг 6 не подтверждён после полноценного перехода к тренеру из-за сброса runtime-состояния.</a:t>
            </a:r>
          </a:p>
        </p:txBody>
      </p:sp>
    </p:spTree>
    <p:extLst>
      <p:ext uri="{BB962C8B-B14F-4D97-AF65-F5344CB8AC3E}">
        <p14:creationId xmlns:p14="http://schemas.microsoft.com/office/powerpoint/2010/main" val="195549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519C0-04D9-4FB8-A7AF-1915212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КЛИЕНТ ·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C780F-27BD-4F55-BB4F-7CCC5994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21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Домашний экран ясен, но выполнение превращается в длинную форму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864F1-20C0-46B2-AF02-768BFFA7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AF4D8-8485-458F-98B6-CF917E30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66850"/>
            <a:ext cx="2590800" cy="4495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bf90746a64850"/>
          <a:stretch xmlns:a="http://schemas.openxmlformats.org/drawingml/2006/main"/>
        </p:blipFill>
        <p:spPr>
          <a:xfrm xmlns:a="http://schemas.openxmlformats.org/drawingml/2006/main">
            <a:off x="823055" y="1476375"/>
            <a:ext cx="2068640" cy="4476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EBFB9-125D-4597-86CF-BC9FE893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66850"/>
            <a:ext cx="2590800" cy="4495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c0c7d07544c04"/>
          <a:stretch xmlns:a="http://schemas.openxmlformats.org/drawingml/2006/main"/>
        </p:blipFill>
        <p:spPr>
          <a:xfrm xmlns:a="http://schemas.openxmlformats.org/drawingml/2006/main">
            <a:off x="3823430" y="1476375"/>
            <a:ext cx="2068640" cy="4476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40CAB-4A3C-47EE-96FA-11A1F4C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A71A8-B998-4BFA-8A62-FF38D38D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6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сет-форм одновременно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63170-9281-4520-9DF0-87E0277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AA4A3-90F4-4B26-9E3F-1E2AA93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480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Повторяются labels и кнопки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52814-DB83-47BA-8E84-C67745F3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3E97D-2D86-4996-8651-C2DAA64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004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Нет фокуса на активном упражнении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01CF3-83AB-4BE8-96D6-57AA54B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52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48DE1-AA62-4525-B21A-E41FF98A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529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Нет sticky progress / next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1115B-13AC-4E73-804F-E382819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05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E4FC9-B161-406A-AF62-C2C0178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053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Статус сохранения легко пропустить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B4028-D4B0-4DF4-A2F4-75B9845E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Evidence: C01–C03. Позитив: Home сохраняет одно ясное следующее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0263783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09030-CB00-4C79-8C34-687CE5DA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КЛИЕНТ ·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182B2-785D-4676-9C90-4CC4410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Частичное завершение объяснено честно, discomfort фиксируется простым языком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7B3C6-0DCB-43DF-88EB-A577BDC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4BE46-43ED-4F21-9609-B0A3F0DA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2447925" cy="4352925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8a1820dbd47fc"/>
          <a:stretch xmlns:a="http://schemas.openxmlformats.org/drawingml/2006/main"/>
        </p:blipFill>
        <p:spPr>
          <a:xfrm xmlns:a="http://schemas.openxmlformats.org/drawingml/2006/main">
            <a:off x="613178" y="1476375"/>
            <a:ext cx="2002620" cy="4333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95152-61E1-4F3C-9EF5-EB9A9441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466850"/>
            <a:ext cx="2447925" cy="4352925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caa3fbe6a46c4"/>
          <a:stretch xmlns:a="http://schemas.openxmlformats.org/drawingml/2006/main"/>
        </p:blipFill>
        <p:spPr>
          <a:xfrm xmlns:a="http://schemas.openxmlformats.org/drawingml/2006/main">
            <a:off x="3375428" y="1476375"/>
            <a:ext cx="2002620" cy="4333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514BF-23A4-416C-9391-07F74DB3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66850"/>
            <a:ext cx="2447925" cy="4352925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556eac65c4816"/>
          <a:stretch xmlns:a="http://schemas.openxmlformats.org/drawingml/2006/main"/>
        </p:blipFill>
        <p:spPr>
          <a:xfrm xmlns:a="http://schemas.openxmlformats.org/drawingml/2006/main">
            <a:off x="6137678" y="1476375"/>
            <a:ext cx="2002620" cy="4333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7802F-8766-4D65-ACDD-83922FE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Сильное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C6B44-7C92-42B1-A101-5924F3E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171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D1EE5-D70B-47BE-95AC-9A27E8A4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47875"/>
            <a:ext cx="2419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Partial completion разрешён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5E539-4A84-4B0E-A68C-F4114AC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171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04535-D8D7-44A1-8D53-3E31AC08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67000"/>
            <a:ext cx="2419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Перед завершением показаны counts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14DCA-530B-4270-B851-296D8AD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171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3A610-154F-42E7-8E06-6F0BCBA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86125"/>
            <a:ext cx="2419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Сигнал боли остаётся видимым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E44B4-8F9F-4DFA-9EDE-14F0D2F7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43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Неясно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1C0E0-2D34-4A1B-A72D-344DADB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0/3 упражнений при двух сохранённых сетах может восприниматься как обесценивание усилия.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A531-2266-4528-B9B3-09D31D0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Evidence: C04–C06.</a:t>
            </a:r>
          </a:p>
        </p:txBody>
      </p:sp>
    </p:spTree>
    <p:extLst>
      <p:ext uri="{BB962C8B-B14F-4D97-AF65-F5344CB8AC3E}">
        <p14:creationId xmlns:p14="http://schemas.microsoft.com/office/powerpoint/2010/main" val="2789466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5E4B5-091B-4D0A-AC9D-70452DB2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СКВОЗНОЙ FLOW · BLOCKER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52ED7-CF69-48F8-B349-2D9CD3BD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5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P0: переход client → trainer теряет завершённую тренировку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573A1-18D3-4CC0-A758-A7A24722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84623-7265-4CA5-A020-A84B79D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14475"/>
            <a:ext cx="66865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0a3bee7be460e"/>
          <a:stretch xmlns:a="http://schemas.openxmlformats.org/drawingml/2006/main"/>
        </p:blipFill>
        <p:spPr>
          <a:xfrm xmlns:a="http://schemas.openxmlformats.org/drawingml/2006/main">
            <a:off x="1059180" y="1524000"/>
            <a:ext cx="534924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1CE8D-7319-4FDA-B32A-4AD1036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14475"/>
            <a:ext cx="2019300" cy="37338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D9DDE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dbfa2957f47ab"/>
          <a:stretch xmlns:a="http://schemas.openxmlformats.org/drawingml/2006/main"/>
        </p:blipFill>
        <p:spPr>
          <a:xfrm xmlns:a="http://schemas.openxmlformats.org/drawingml/2006/main">
            <a:off x="7618984" y="1524000"/>
            <a:ext cx="1716531" cy="37147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FDAFA-D187-47A5-9FEB-F89825B5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После reload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5A027-6B35-4FAC-B47E-83C39E6A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47875"/>
            <a:ext cx="1857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Fixture восстанавливается. Trainer dashboard показывает calm team, а ссылка на completed session становится dead-end.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FF060-529B-4721-A34F-71F623BE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Вывод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7EA50-D0E6-426B-912E-BA84C78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19625"/>
            <a:ext cx="1857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Внешний pilot нельзя считать сквозным без durable/shared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5CD4A-7D26-42C8-BB7E-F745FF48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Код: client-runtime-workouts.tsx:38; demo-research-boundary.tsx:102; trainer-demo-runtime.tsx:136–143.</a:t>
            </a:r>
          </a:p>
        </p:txBody>
      </p:sp>
    </p:spTree>
    <p:extLst>
      <p:ext uri="{BB962C8B-B14F-4D97-AF65-F5344CB8AC3E}">
        <p14:creationId xmlns:p14="http://schemas.microsoft.com/office/powerpoint/2010/main" val="1817939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DC38C-B651-4519-A9E1-0E9EE2DF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КЛИЕНТ ·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39BF8-9C6D-4C24-B53E-98B2438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Приоритеты по клиентской части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D3F63-2F22-4523-92E2-85B39448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F02F5-030B-4C66-8BCD-46C9CE26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E1B1A-1A84-489A-8007-D366835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Сохранить сквозной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461F2-64DF-46C6-B435-93BB315F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6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Минимум: shared demo store для pilot. Правильное решение: backend persistence с одной canonical WorkoutSession.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A3CAC-37E5-4301-83D6-EE56EA04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1A49-F96E-42FD-BA97-C00FAE81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Сфокусировать workout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060C7-5766-4D2F-A297-9CA9DF8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Показывать одно упражнение/подход, sticky progress и очевидный saved-state вместо двенадцати форм.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825D6-96EF-4363-B3E5-8CE58338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66F-4E05-4828-840B-14AA421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Закрыть role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99796-A0C4-4143-A4EB-22A3A61C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Убрать клиентскую ссылку «Тренер» на trainer dashboard и проверить protected routes до pilot.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831C7-0A4B-4B2E-B1D4-640F67C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47A99-E9FB-46C0-9563-A4C03E7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Говорить языком клиента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B5EC8-E772-44BC-8F1F-E94D92E9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Спрятать WorkoutSession/runtime terminology, уточнить completion summary и ожидание ответа тренера.</a:t>
            </a:r>
          </a:p>
        </p:txBody>
      </p:sp>
    </p:spTree>
    <p:extLst>
      <p:ext uri="{BB962C8B-B14F-4D97-AF65-F5344CB8AC3E}">
        <p14:creationId xmlns:p14="http://schemas.microsoft.com/office/powerpoint/2010/main" val="17055053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46960-334A-4427-AA54-9B45CA41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9577-C894-4EEC-92D7-DD70A5C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Технические причины видимых UX-барьеров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94676-6C54-4DC0-9D06-E4601545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E7F48-9D77-4210-80A4-386326EC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Наблюдение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1ABAA-1007-4B7D-B0D4-CE61AE0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Файл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AB9FE-C4A9-4B85-8614-85098851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Эффект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857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040E-ADBB-4381-B250-05CC986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Reload сбрасывает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D7B59-A2DB-4560-A346-F3D97E39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demo-research-boundary.tsx:102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9929A-1CD1-4C9F-81D9-4A08E7E3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P0 · cross-role loop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25241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5E960-9E27-48FF-9491-5CBB8B6C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Client not-found after 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4C028-C7A6-471C-9616-5DDA124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client-runtime-workouts.tsx:38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07B96-0939-4E5B-9D4E-A947DF1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P0 · dead-end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3162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09CF3-232C-493B-9903-2AA9F82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First save intentionally fails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7CDB1-0EB3-498B-853B-1A9D6945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workout-review/review-store.ts:115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08485-B478-4683-9BBB-8BF16EA0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 · trust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3800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B7B53-2A0D-4C23-A0CF-D83895B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Ambiguous trainer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6C5D6-6FAA-4231-B10E-2FCE70A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quick-assign-drawer.tsx:702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3ACC1-4F35-49CD-B422-7649ABB9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 · semantics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4438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55CB6-7796-410F-8E10-F2DD5A96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Builder technical 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47D59-CF27-4FF1-BB98-085FB590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005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workout-template-builder-page.tsx:211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B2E14-FE06-44ED-BF66-F6C5078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00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P2 · language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00050" y="507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4AE8E-2BC8-4DE8-A926-20E58BD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Runtime-only commands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2A7B8-F6B7-44CD-9419-80BC4EF6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trainer-demo-runtime.tsx:136–143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1BFA3-1F46-420D-9C0F-CEC81227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P0 · durability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5715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43742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09A54C-9BE2-40F3-9967-E0235C4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PRIORITIZED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389B9-2049-4082-A5A7-3A399295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Рекомендуемый backlog до внешнего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5314D-0DE1-429F-BAD9-8CF8DED9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6229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CFB8A-E519-404E-AC71-75F9B805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Приоритет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AE94C-4B56-4924-AED8-1214A91C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Задача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32AC4-E354-4117-86D6-B2F48E9B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763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Done when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C676A-A678-427D-A2F6-71CD1EFC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763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Тип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1809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47BFC-F8B8-4FAF-916D-CBCA9750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6F63F-DC90-41DB-8B7D-0E1F7F18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Durable client→trainer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8A5A4-B8DD-42BC-8789-FACAD76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Session, AttentionItem и feedback переживают navigation/reload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991DC-7529-47ED-AF0D-217E80D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526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Blocker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23336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1F632-2113-4F34-B7B5-F6AD8E00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E277D-79BB-4F02-8E84-9572836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Role boundaries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466BE-DE26-4F9B-B634-4693120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Client не может попасть в trainer surfaces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82DBB-7EA2-4027-AB6B-60A26D8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Blocker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400050" y="2838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FE3D7-A928-4AF8-A333-482B260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2220B-ED01-4559-B83D-051CB33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Execution focus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0F33B-876C-492C-B188-E78AB47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Одно активное упражнение/подход + saved watermark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36F84-4CDB-4A3C-AE73-438E876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622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Core UX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43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8455A-BFDC-4527-9EBC-F69FBAA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88B38-0558-4A8A-A08C-17C2F7B1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Review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39A1C-6A63-4F35-83AE-63D2A3B2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671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Нет постановочного save failure во внешнем fixture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9EE7B-7BE9-437F-A68E-5598FC42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671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400050" y="3848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D11F6-0E28-479A-8FFA-566C9B54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2D786-738B-4220-910D-E201F18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719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Quick Assign semantics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F99CF-34F5-4FDB-A3EF-CCE395F0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719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Private note и athlete message разделены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45F9B4-06DE-48A2-ACED-46B29B0F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719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Core UX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00050" y="43529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B47705-27A9-4EE7-83D0-0528DC38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9DA3A-5A3F-4753-832E-14C4C1B9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Builder 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4452D3-9BF4-4337-9569-CC778E30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Фильтр библиотеки, client context, publish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542482-2BA7-44D8-902F-EDD62885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76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Core UX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4857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50D8B-D005-4AE6-B483-DBD714A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D25307-237A-43FE-9067-136ADAE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Product language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F03FF-3A54-4E9B-8AAA-7B431B4A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815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Нет IDs, rev/snapshot и internal entity names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B8B03A-FBD5-4442-AE94-B7662C60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815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Polish</a:t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400050" y="53625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66BD8D-D94E-464B-A60C-D15993F6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D7C0F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0F0FA2-1C50-47D2-B6C3-17D3CC15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Mobile chrome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763611-B419-4407-B932-52A1782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864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112"/>
                </a:solidFill>
                <a:latin typeface="Helvetica Neue"/>
                <a:ea typeface="Helvetica Neue"/>
                <a:cs typeface="Helvetica Neue"/>
              </a:rPr>
              <a:t>Moderator/footer не перекрывают действия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7ED9E8-A0C5-40EC-AA52-FE1395D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486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6A70"/>
                </a:solidFill>
                <a:latin typeface="Helvetica Neue"/>
                <a:ea typeface="Helvetica Neue"/>
                <a:cs typeface="Helvetica Neue"/>
              </a:rPr>
              <a:t>Polish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400050" y="5867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1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251981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902E5-A119-473A-B01F-2D0491C3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E6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3E635"/>
                </a:solidFill>
                <a:latin typeface="Helvetica Neue"/>
                <a:ea typeface="Helvetica Neue"/>
                <a:cs typeface="Helvetica Neue"/>
              </a:rPr>
              <a:t>PILOT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A828A-07BC-43EC-951B-0CAFEC5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75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Готово для модерируемой демонстрации.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 готово для самостоятельного внешнего пилота.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00050" y="4095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373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447FF-DFDF-458A-ABD9-64E2B1FE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3E6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3E635"/>
                </a:solidFill>
                <a:latin typeface="Helvetica Neue"/>
                <a:ea typeface="Helvetica Neue"/>
                <a:cs typeface="Helvetica Neue"/>
              </a:rPr>
              <a:t>Следующее 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E92B3-71F6-4B81-A02A-BC14C79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Сначала закрыть persistence и role boundary, затем облегчить execution и Builder. Визуальный polish можно делать после восстановления сквозной правды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D2572-B0F5-4511-BC32-C65A5DB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9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B9299"/>
                </a:solidFill>
                <a:latin typeface="Helvetica Neue"/>
                <a:ea typeface="Helvetica Neue"/>
                <a:cs typeface="Helvetica Neue"/>
              </a:rPr>
              <a:t>27 screenshots · 2 screencasts · code evidence</a:t>
            </a:r>
          </a:p>
        </p:txBody>
      </p:sp>
    </p:spTree>
    <p:extLst>
      <p:ext uri="{BB962C8B-B14F-4D97-AF65-F5344CB8AC3E}">
        <p14:creationId xmlns:p14="http://schemas.microsoft.com/office/powerpoint/2010/main" val="948952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2026-08-01T16:59:59.0740000Z</dcterms:created>
  <dcterms:modified xsi:type="dcterms:W3CDTF">2026-08-01T16:59:59.0740000Z</dcterms:modified>
</coreProperties>
</file>